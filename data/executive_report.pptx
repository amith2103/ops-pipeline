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Utility Service Request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ADCFC"/>
                </a:solidFill>
              </a:defRPr>
            </a:pPr>
            <a:r>
              <a:t>Executive Summary — Operations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65A82"/>
                </a:solidFill>
              </a:defRPr>
            </a:pPr>
            <a:r>
              <a:t>Key Metrics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65A82"/>
                </a:solidFill>
              </a:defRPr>
            </a:pPr>
            <a:r>
              <a:t>1000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6454F"/>
                </a:solidFill>
              </a:defRPr>
            </a:pPr>
            <a:r>
              <a:t>Total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79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65A82"/>
                </a:solidFill>
              </a:defRPr>
            </a:pPr>
            <a:r>
              <a:t>246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79" y="29260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6454F"/>
                </a:solidFill>
              </a:defRPr>
            </a:pPr>
            <a:r>
              <a:t>Open Tickets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65A82"/>
                </a:solidFill>
              </a:defRPr>
            </a:pPr>
            <a:r>
              <a:t>258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9260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6454F"/>
                </a:solidFill>
              </a:defRPr>
            </a:pPr>
            <a:r>
              <a:t>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1828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65A82"/>
                </a:solidFill>
              </a:defRPr>
            </a:pPr>
            <a:r>
              <a:t>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29260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6454F"/>
                </a:solidFill>
              </a:defRPr>
            </a:pPr>
            <a:r>
              <a:t>Critical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65A82"/>
                </a:solidFill>
              </a:defRPr>
            </a:pPr>
            <a:r>
              <a:t>Key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6454F"/>
                </a:solidFill>
              </a:defRPr>
            </a:pPr>
            <a:r>
              <a:t>• 24.6% open ticket backlog (246/1000) signals potential SLA risk — recommend daily triage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6454F"/>
                </a:solidFill>
              </a:defRPr>
            </a:pPr>
            <a:r>
              <a:t>• West region leads with 214 requests — consider reallocating field technicians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6454F"/>
                </a:solidFill>
              </a:defRPr>
            </a:pPr>
            <a:r>
              <a:t>• Billing complaints dominate at 275 requests (27.5%) — may indicate billing system errors or recent rate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20439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6454F"/>
                </a:solidFill>
              </a:defRPr>
            </a:pPr>
            <a:r>
              <a:t>• 116 critical tickets outstanding — immediate escalation required to avoid safety and compliance violations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6454F"/>
                </a:solidFill>
              </a:defRPr>
            </a:pPr>
            <a:r>
              <a:t>• Only 258 resolved (25.8%) — resolution rate needs investigation before month-end 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